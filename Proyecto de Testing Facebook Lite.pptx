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Relationship Id="rId6" Type="http://schemas.openxmlformats.org/officeDocument/2006/relationships/image" Target="../media/image7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94594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877F2"/>
                </a:solidFill>
                <a:latin typeface="Poppins"/>
                <a:ea typeface="Poppins"/>
                <a:cs typeface="Poppins"/>
                <a:sym typeface="Poppins"/>
              </a:rPr>
              <a:t>Testing Funcional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877F2"/>
                </a:solidFill>
                <a:latin typeface="Poppins"/>
                <a:ea typeface="Poppins"/>
                <a:cs typeface="Poppins"/>
                <a:sym typeface="Poppins"/>
              </a:rPr>
              <a:t> Facebook Lite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69816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B4B4B"/>
                </a:solidFill>
                <a:latin typeface="Inter"/>
                <a:ea typeface="Inter"/>
                <a:cs typeface="Inter"/>
                <a:sym typeface="Inter"/>
              </a:rPr>
              <a:t>Presentación de Resultados de Calidad | Junta Directiva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72756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5676B"/>
                </a:solidFill>
                <a:latin typeface="Inter Medium"/>
                <a:ea typeface="Inter Medium"/>
                <a:cs typeface="Inter Medium"/>
                <a:sym typeface="Inter Medium"/>
              </a:rPr>
              <a:t>Rol: QA Manual • Ambiente: Android (Conectividad Limitada)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381625" y="2570857"/>
            <a:ext cx="1428750" cy="5715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2913757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C1E21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02818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Asegurando la calidad en la experiencia de usuario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8090"/>
            <a:ext cx="3492549" cy="412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68090"/>
            <a:ext cx="3492549" cy="412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68090"/>
            <a:ext cx="3492549" cy="4121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52500" y="304919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Validación Crítica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65879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Verificar que las funcionalidades principales operen sin fallos en condiciones estándar.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730799" y="3049190"/>
            <a:ext cx="286707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Detección de Defectos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30799" y="405884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Identificar anomalías que impacten negativamente la UX antes del despliegue masivo.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09099" y="3049190"/>
            <a:ext cx="286707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Estabilidad Low-End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09099" y="405884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Garantizar un rendimiento estable en dispositivos de bajos recursos y red limitada.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3443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9099" y="234434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Metas de Validación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5381625" y="2570857"/>
            <a:ext cx="1428750" cy="5715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95275" y="2913757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C1E21"/>
                </a:solidFill>
                <a:latin typeface="Poppins"/>
                <a:ea typeface="Poppins"/>
                <a:cs typeface="Poppins"/>
                <a:sym typeface="Poppins"/>
              </a:rPr>
              <a:t>Alcance del Testing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402818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Fronteras y delimitación de la ejecución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5696"/>
            <a:ext cx="3492549" cy="3386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5696"/>
            <a:ext cx="3492549" cy="3386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5696"/>
            <a:ext cx="3492549" cy="338673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952500" y="3416796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Autenticación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52500" y="4026396"/>
            <a:ext cx="273054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Login y Logout funcional bajo diversos escenarios.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730799" y="3416796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Feed &amp; Posts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730799" y="4026396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Carga de muro, publicaciones nuevas y reacciones.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509099" y="3416796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Interacción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09099" y="4026396"/>
            <a:ext cx="273054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Notificaciones push y navegación entre menús.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7119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71194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711946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Módulos en Alcance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6221"/>
            <a:ext cx="5238750" cy="2605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26221"/>
            <a:ext cx="5238750" cy="260568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962025" y="3016746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Técnico Avanzado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62025" y="3626346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Se excluye el testing de performance (stress/load) y auditorías de seguridad avanzada.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772275" y="3016746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5050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Plataforma iOS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772275" y="3626346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La ejecución se limita estrictamente al ecosistema Android como prioridad estratégica.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07389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073896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Exclusiones del Proyecto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1047750" y="202406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QA Manual: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Ejecución meticulosa paso a paso sin scripts automatizados.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047750" y="2932509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Enfoque Exploratorio: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Navegación libre para hallar defectos no previstos.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047750" y="384095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Dispositivos Reales: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Pruebas en hardware físico para resultados veraces.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047750" y="4749403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Network Simulation: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Pruebas bajo conectividad 2G y baja estabilidad.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669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75371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8381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792265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Estrategia de Ejecución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2286000" y="4627364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La mayoría de las pruebas resultaron exitosas, confirmando la solidez del núcleo funcional de la aplicación.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2162175" y="2350899"/>
            <a:ext cx="287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877F2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lang="en-US" sz="12000">
                <a:solidFill>
                  <a:srgbClr val="1877F2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1" sz="12000">
              <a:solidFill>
                <a:srgbClr val="1877F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162175" y="3874889"/>
            <a:ext cx="28765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5676B"/>
                </a:solidFill>
                <a:latin typeface="Inter Medium"/>
                <a:ea typeface="Inter Medium"/>
                <a:cs typeface="Inter Medium"/>
                <a:sym typeface="Inter Medium"/>
              </a:rPr>
              <a:t>Casos Ejecutados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220075" y="2350889"/>
            <a:ext cx="1809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877F2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220075" y="3874889"/>
            <a:ext cx="1809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5676B"/>
                </a:solidFill>
                <a:latin typeface="Inter Medium"/>
                <a:ea typeface="Inter Medium"/>
                <a:cs typeface="Inter Medium"/>
                <a:sym typeface="Inter Medium"/>
              </a:rPr>
              <a:t>Bloqueantes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Métricas de Ejecución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71500" y="470445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*Datos basados en la última ejecución del ciclo de testing.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Desglose de Estatus Final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1047750" y="2782490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Contenido Vacío: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Se permite publicar posts sin texto ni multimedia.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047750" y="3355776"/>
            <a:ext cx="1057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 No hay limitacion en las publicaciones</a:t>
            </a:r>
            <a:r>
              <a:rPr b="1" i="0" lang="en-US" sz="1650" u="none" cap="none" strike="noStrike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No existe un limite de caracteres , que se exprese visualmente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1047750" y="3929062"/>
            <a:ext cx="1057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Error en loguin: 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Al momento de realizar un loguin con datos vacios, no indica error 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047750" y="4502348"/>
            <a:ext cx="10572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C1E21"/>
                </a:solidFill>
                <a:latin typeface="Inter"/>
                <a:ea typeface="Inter"/>
                <a:cs typeface="Inter"/>
                <a:sym typeface="Inter"/>
              </a:rPr>
              <a:t>Impacto: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Afectación directa a</a:t>
            </a:r>
            <a:r>
              <a:rPr lang="en-US" sz="1650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l desempeño del usuario</a:t>
            </a:r>
            <a:endParaRPr/>
          </a:p>
        </p:txBody>
      </p:sp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535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98639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192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45210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Defectos Relevantes Hallados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571500" y="1481435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Veredicto Final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571500" y="269111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Apta para producción</a:t>
            </a: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 con mejoras incrementales.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571500" y="3780532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5676B"/>
                </a:solidFill>
                <a:latin typeface="Inter"/>
                <a:ea typeface="Inter"/>
                <a:cs typeface="Inter"/>
                <a:sym typeface="Inter"/>
              </a:rPr>
              <a:t>La aplicación cumple su objetivo de ser liviana y funcional, aunque requiere refinamiento en validaciones de input y manejo de estados offline.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5186064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77F2"/>
                </a:solidFill>
                <a:latin typeface="Inter"/>
                <a:ea typeface="Inter"/>
                <a:cs typeface="Inter"/>
                <a:sym typeface="Inter"/>
              </a:rPr>
              <a:t>ESTABLE PARA USO COTIDIANO</a:t>
            </a:r>
            <a:endParaRPr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05114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